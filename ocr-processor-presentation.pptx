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In-App Automation Testing Platform</a:t>
            </a:r>
          </a:p>
          <a:p>
            <a:pPr>
              <a:spcAft>
                <a:spcPts val="3600"/>
              </a:spcAft>
              <a:defRPr sz="1900">
                <a:solidFill>
                  <a:srgbClr val="94A3B8"/>
                </a:solidFill>
                <a:latin typeface="Arial"/>
              </a:defRPr>
            </a:pPr>
            <a:r>
              <a:t>Bridging the Developer–QA Gap with Interactive Test Execution, Live Evidence &amp; Requirement Traceability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Project: ocr-processor (Full-Stack Document Intelligence with Tesseract OCR &amp; Spring AI)</a:t>
            </a:r>
            <a:br/>
            <a:r>
              <a:t>Designed, Architected &amp; Implemented with IBM Bob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  <a:latin typeface="Arial"/>
              </a:defRPr>
            </a:pPr>
            <a:r>
              <a:t>101 Automated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Arial"/>
              </a:defRPr>
            </a:pPr>
            <a:r>
              <a:t>Triple-Evidence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73.1% Req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303520"/>
            <a:ext cx="2514600" cy="59436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Co-Piloted with IBM Bob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THE PROBLEM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Core Testing Problem: Status Quo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84048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Disconnected Feedback Loop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Testing happens apart from development in separate pipelines or isolated QA sprints.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Developers push changes without immediate verification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Failure reports arrive days later, breaking mental context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Engineers spend entire cycles context-switching to reproduce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Significant delay in overall SDLC release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91640"/>
            <a:ext cx="29718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84048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Ambiguous Bug Reports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Bug notices routinely lack the concrete evidence needed for rapid root-cause diagnosis.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Reports say 'Case Failed' with no runtime parameters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Missing test data inputs, payloads, and mock configurations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No screenshots showing what the UI actually rendered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Heavy back-and-forth: 'Cannot reproduce on my machine'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297180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84048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Late Regression Discovery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New features silently compromise existing functional flows without early warning.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Unit tests only exercise isolated, mocked layers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End-to-end user journeys are deferred to manual QA passes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QA team becomes the first group to discover regressions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Costly and stressful rework right before production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91640"/>
            <a:ext cx="2971800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Solution: In-App Automation Testing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Bringing Test Automation Directly to Developers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Rather than pushing test execution off to remote CI queues, ocr-processor embeds the test harness into the running application under the dedicated Tests tab.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Self-Provisioned Execution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Test cases automatically seed isolated database records, mock external APIs, and establish authenticated sessions on demand.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Zero-Friction Selectivity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Developers tick specific test cases or execute complete suites with an asynchronous non-blocking queue.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Triple-Fold Evidence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Every run produces an audit breakdown (Executed / Validated / Observed) paired with real browser screenshots.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Requirements-Grounded Coverage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Direct visual correlation between test runs and Phase 1 functional requirements (REQ-001 through REQ-007).</a:t>
            </a:r>
          </a:p>
        </p:txBody>
      </p:sp>
      <p:pic>
        <p:nvPicPr>
          <p:cNvPr id="7" name="Picture 6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317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872367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1: Application Architecture &amp; End-to-End Testing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Product Under Test: Document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Multi-Format Ingestion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Upload PDF, PNG, JPG, JPEG, and TIFF documents up to 20MB with real-time UI validation and progress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6576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Tesseract OCR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Local optical character recognition with ImageMagick preprocessing, DPI scaling, and TSV confidence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6576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PostgreSQL TSVECTOR Search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High-speed full-text search indexed via GIN triggers across document names, OCR text, and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6576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Spring AI LLM Summaries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Automatic document summarisation with smart token truncation (10,000 chars) and one-click retry for failed inferences.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36576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Hardened Security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Stateless authentication via HTTP-only JWT cookies, BCrypt password hashing (factor 12), and automatic 5-attempt account lockout.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23360"/>
            <a:ext cx="365760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47472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Interactive Web Interface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Lightweight Thymeleaf + CSS grid frontend featuring live Search, Create, Profile, and Test Console 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023360"/>
            <a:ext cx="365760" cy="91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AUTOMATED TEST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Test Console: 101 Test Cases Across 3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5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66344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Unit Tests (32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Fast service-layer verification with faked dependencies. Validates JWT parsing &amp; tamper rejection, lockout policies, truncation bounds, and OCR text filters.</a:t>
            </a:r>
          </a:p>
          <a:p>
            <a:pPr>
              <a:spcAft>
                <a:spcPts val="3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Regression Tests (29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Integration tests running against a real Testcontainers PostgreSQL instance. Proves full HTTP lifecycles, user isolation, cookie auth, and repository paging.</a:t>
            </a:r>
          </a:p>
          <a:p>
            <a:pPr>
              <a:spcAft>
                <a:spcPts val="3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End-to-End Tests (40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Real browser journeys driven by Selenium against the running application, combined with comprehensive API pytest scenarios testing user journeys.</a:t>
            </a:r>
          </a:p>
          <a:p>
            <a:pPr>
              <a:spcAft>
                <a:spcPts val="300"/>
              </a:spcAft>
              <a:defRPr sz="1250" b="1">
                <a:solidFill>
                  <a:srgbClr val="0F172A"/>
                </a:solidFill>
              </a:defRPr>
            </a:pPr>
            <a:r>
              <a:t>Console Capabilities: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Selective checkbox picking or full suite execution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Non-blocking background queue for simultaneous runs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High-density two-row layout: zero horizontal scroll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Failed cases automatically bubble to the top of table</a:t>
            </a:r>
          </a:p>
        </p:txBody>
      </p:sp>
      <p:pic>
        <p:nvPicPr>
          <p:cNvPr id="7" name="Picture 6" descr="two-row-failed-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5760720" cy="3603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5158392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2: In-App Test Console showing Two-Row Case Layout &amp; Failed-First Sorting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EVIDENCE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Actionable Evidence &amp; Root-Cause Failure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64592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EXECUTED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Input Parameters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Records user ID, uploaded filename, MIME type, auth headers, and execution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64592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VALIDATED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Assertions &amp; Contracts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Documents required HTTP status, database persistence, and contract preconditions.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64592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OBSERVED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Runtime Outputs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Captures server response JSON, OCR text excerpts, and error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600"/>
              </a:spcAft>
              <a:defRPr sz="1350" b="1">
                <a:solidFill>
                  <a:srgbClr val="DC2626"/>
                </a:solidFill>
              </a:defRPr>
            </a:pPr>
            <a:r>
              <a:t>Deliberate Failure Diagnostics (Where · Why · How to Fix)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Where: pinpoints the exact file and line number in source code (e.g., FailureSamplesTest.java:17)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Why: contrasts expected contract against observed reality (e.g., Expected length &gt;= 8, but was 3)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How to Fix: guides the developer on the exact architectural remediation required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Evidence Card: every non-UI test auto-generates a 640px visual summary card for audits</a:t>
            </a:r>
          </a:p>
        </p:txBody>
      </p:sp>
      <p:pic>
        <p:nvPicPr>
          <p:cNvPr id="10" name="Picture 9" descr="failur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60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481516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3: Interactive Failure Explanation Breakdown &amp; Stack Tracing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COVERAGE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Requirements-Phase Traceability: Beyond Raw Line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A34A"/>
                </a:solidFill>
              </a:defRPr>
            </a:pPr>
            <a:r>
              <a:t>38 of 52 Criteria Verified (73.1%)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</a:defRPr>
            </a:pPr>
            <a:r>
              <a:t>Traditional code coverage tools report lines executed without proving requirements. The Coverage tab maps automated cases directly to acceptance criteria defined in Phase 1: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REQ-001 Registration (66.7%): Duplicate checks, short passwords, redirects.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REQ-002 Login (62.5%): Valid auth, generic error messaging, protected routes.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REQ-003 Change Password (71.4%): Validation, current password verification.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REQ-004 Home UI (80.0%): Tabs, navigation, and seamless logout flows.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REQ-005 OCR Search (62.5%): Queries, empty states, and tenant isolation.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REQ-006 Upload &amp; OCR (87.5%): Ingestion, text extraction, and status transitions.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REQ-007 LLM Summary (85.7%): Automatic summarisation and failure retries.</a:t>
            </a:r>
          </a:p>
          <a:p>
            <a:br/>
            <a:pPr>
              <a:defRPr sz="1000" i="1">
                <a:solidFill>
                  <a:srgbClr val="64748B"/>
                </a:solidFill>
              </a:defRPr>
            </a:pPr>
            <a:r>
              <a:t>Honest Accounting of Open Gaps:</a:t>
            </a:r>
            <a:br/>
            <a:r>
              <a:t>Explicitly explains why remaining criteria (e.g., &gt;20MB uploads, live external LLM billing, Tesseract 2-min timeouts) remain open.</a:t>
            </a:r>
          </a:p>
        </p:txBody>
      </p:sp>
      <p:pic>
        <p:nvPicPr>
          <p:cNvPr id="7" name="Picture 6" descr="req-coverage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35467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10118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4: Visual Breakdown of Requirements Coverage &amp; Rationales for Open Items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IBM BOB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Co-Piloted with IBM Bob: From Concept to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686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1: Requirements Engineering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Captured 7 user stories, EARS acceptance criteria, edge cases, and data models in structured documentation.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686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2: Architecture &amp; Decision Records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Authored 5 Architectural Decision Records (ADRs) evaluating Tesseract, Spring AI, PostgreSQL FTS, and JWT cookies.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7830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686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3: Design &amp; Technical Spec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Generated end-to-end component wireframes, sequence diagrams, and REST contract schemas before writing code.</a:t>
            </a:r>
          </a:p>
          <a:p>
            <a:pPr>
              <a:defRPr sz="1000" b="1">
                <a:solidFill>
                  <a:srgbClr val="D97706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78308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686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4: Full-Stack Implementation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Implemented Spring Boot application, Testcontainers infrastructure, Pytest Selenium runners, and the interactive Test Console.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Key Deliverable: 101 Executable Cases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17830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BUSINESS &amp; TECHNICAL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Measurable SDLC Impact: Accelerating Release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FEEDBACK LATENCY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Seconds vs. Days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Developers receive immediate failure attribution in their local browser session instead of waiting for nightlies or QA ticket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REGRESSION CONFIDENCE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Zero Silent Breaks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Executing the 29-case regression suite proves auth, search, upload, and database isolation before committing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DIAGNOSTIC OVERHEAD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Eliminated Guesswork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failure includes source line coordinates, contract discrepancy reasons, and visual evidence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HANDOFF QUALITY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Clean QA Drops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Testing teams receive verified builds where baseline functionality is proven, freeing QA for exploratory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Summary: Testing as an Active Development Tool</a:t>
            </a:r>
          </a:p>
          <a:p>
            <a:pPr>
              <a:spcAft>
                <a:spcPts val="2800"/>
              </a:spcAft>
              <a:defRPr sz="1600">
                <a:solidFill>
                  <a:srgbClr val="E2E8F0"/>
                </a:solidFill>
              </a:defRPr>
            </a:pPr>
            <a:r>
              <a:t>• Complete Transparency: Every test is self-documenting with Executed, Validated, and Observed evidence.</a:t>
            </a:r>
            <a:br/>
            <a:r>
              <a:t>• Integrated Developer Experience: Run Unit, Regression, and End-to-End suites without leaving the application.</a:t>
            </a:r>
            <a:br/>
            <a:r>
              <a:t>• Requirements-Driven Quality: Continuous tracking against formal acceptance criteria (REQ-001..REQ-007).</a:t>
            </a:r>
            <a:br/>
            <a:r>
              <a:t>• Accelerated SDLC: Catch defects earlier, eliminate handoff friction, and deliver faster with confidence.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Thank you! Ready for Live Demo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